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2E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17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 Exchange System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&amp; Implementasi Sistem Penukaran dan Monitoring Jarum Produksi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2E3A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7091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54132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cepat di lapangan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452628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2E3A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7091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54132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jarum tertelusur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52160" y="452628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2E3A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091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80760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080760" y="541324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real time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World Jepara  ·  Agustus 2026</a:t>
            </a:r>
            <a:endParaRPr lang="en-US" sz="1300" dirty="0"/>
          </a:p>
        </p:txBody>
      </p:sp>
      <p:pic>
        <p:nvPicPr>
          <p:cNvPr id="20" name="Image 3" descr="visuals/mobile-u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91640"/>
            <a:ext cx="3977640" cy="24270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18120" y="42062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Troli NEXA di tablet produksi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NEXA Dibutuhkan — Kondisi Saat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jarum sewing masih manual, sehingga lambat, sulit ditelusuri, dan berisiko bagi kepatuhan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66928" cy="56692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683593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813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penukaran jarum masih manual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8105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Memakan waktu PIC troli, rawan salah tulis, dan sulit direkap.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66928" cy="56692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6162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4140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Identitas operator sulit ditelusuri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diketahui siapa yang paling sering menukar jarum dan mengapa.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548969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34670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jarum patah lemah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758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Patahan jarum yang tidak ditemukan berisiko terbawa ke produk jadi.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334256"/>
            <a:ext cx="566928" cy="56692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4481657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427939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troli tidak terpantau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60857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jarum di gudang dan tiap troli tidak terlihat secara real time.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266944"/>
            <a:ext cx="566928" cy="56692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5414345"/>
            <a:ext cx="272125" cy="27212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52120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tanpa data konsumsi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5412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dashboard konsumsi jarum, tren kerusakan, atau top operator.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7498080" y="1481328"/>
            <a:ext cx="4160520" cy="4617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8181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bila dibiarkan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7818120" y="228600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klaim &amp; audit buyer — needle policy menuntut kontrol jarum patah yang terdokumentasi 100%.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produksi terbuang — antrean penukaran dan pencatatan yang lambat di lini jahit.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jarum tidak terkendali — konsumsi tidak terukur per lini, per operator, per tipe jarum.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tanpa data — pembelian dan distribusi jarum berbasis perkiraan.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NEXA?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(Needle Exchange) </a:t>
            </a:r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adalah sistem digital untuk mengelola penukaran, stok, dan penelusuran jarum sewing — dari gudang, ke troli di lini produksi, sampai ke tangan operator — lengkap dengan bukti foto dan persetujuan berjenjang.</a:t>
            </a:r>
            <a:endParaRPr lang="en-US" sz="1550" dirty="0"/>
          </a:p>
        </p:txBody>
      </p:sp>
      <p:pic>
        <p:nvPicPr>
          <p:cNvPr id="4" name="Image 0" descr="visuals/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3080"/>
            <a:ext cx="11183112" cy="40339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Dibangunnya NEXA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sasaran utama yang menjadi dasar business case ini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20314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 Transaksi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31343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Penukaran jarum selesai dalam hitungan menit: tap kartu RFID, pilih jarum, foto — tanpa tulis tangan dan tanpa rekap ulang.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87452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151" y="203143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92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Menyeluruh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31343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jarum tertelusur: siapa operatornya, troli mana, jarum tipe apa, kapan, dan bukti fotonya — 100% tercatat otomatis.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20624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151" y="436315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224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Jarum Patah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64515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Patahan wajib dicek. Bila tidak ditemukan, jarum pengganti hanya keluar setelah persetujuan pimpinan — sesuai needle policy buyer.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20624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151" y="436315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224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Real Time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64515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gudang &amp; semua troli, konsumsi jarum, dan tren kerusakan terlihat langsung di dashboard manajemen.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untuk Perusahaan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terukur yang menjadi komitmen sistem sejak awal implementasi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063240" cy="20574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470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manual berkurang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kertas &amp; rekap ulang dihapus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1645920"/>
            <a:ext cx="3063240" cy="20574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023360" y="18470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670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tertelusur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operator, jarum, waktu, foto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3063240" cy="20574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1330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 detik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56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operator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86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 tap kartu RFID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3931920"/>
            <a:ext cx="3063240" cy="2057400"/>
          </a:xfrm>
          <a:prstGeom prst="roundRect">
            <a:avLst>
              <a:gd name="adj" fmla="val 5333"/>
            </a:avLst>
          </a:prstGeom>
          <a:solidFill>
            <a:srgbClr val="E3F4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023360" y="41330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95604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minus &amp; foto hilang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486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memblokir otomatis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strategis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452360" y="2176272"/>
            <a:ext cx="512064" cy="512064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5497" y="2309409"/>
            <a:ext cx="245791" cy="245791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156448" y="21488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Kepatuhan buyer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156448" y="244144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kontrol jarum patah yang rapi &amp; siap audit memperkuat posisi terhadap needle policy buyer.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452360" y="3200400"/>
            <a:ext cx="512064" cy="512064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497" y="3333537"/>
            <a:ext cx="245791" cy="245791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156448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berbasis data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8156448" y="34655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Pembelian &amp; distribusi jarum mengikuti data konsumsi nyata, bukan perkiraan.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452360" y="4224528"/>
            <a:ext cx="512064" cy="512064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5497" y="4357665"/>
            <a:ext cx="245791" cy="245791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8156448" y="4197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terkendali antar lokasi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156448" y="448970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Peringatan stok menipis per troli mencegah lini berhenti karena kehabisan jarum.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7452360" y="5248656"/>
            <a:ext cx="512064" cy="512064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497" y="5381793"/>
            <a:ext cx="245791" cy="245791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156448" y="52212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internal lebih cepat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8156448" y="55138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 lengkap: siapa, apa, kapan, di mana — tersedia dalam hitungan detik.</a:t>
            </a:r>
            <a:endParaRPr lang="en-US" sz="1150" dirty="0"/>
          </a:p>
        </p:txBody>
      </p:sp>
      <p:sp>
        <p:nvSpPr>
          <p:cNvPr id="37" name="Text 31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NEXA Bekerja di Produksi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penukaran jarum di troli — enam langkah sederhana bagi PIC troli dan operator</a:t>
            </a:r>
            <a:endParaRPr lang="en-US" sz="1400" dirty="0"/>
          </a:p>
        </p:txBody>
      </p:sp>
      <p:pic>
        <p:nvPicPr>
          <p:cNvPr id="4" name="Image 0" descr="visuals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11183112" cy="38395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langkah dipandu aplikasi tablet; transaksi tetap berjalan meskipun internet terputus dan tersinkron otomatis.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 Jarum Patah — Pengaman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Menjawab tuntutan needle policy buyer: tidak ada patahan jarum yang lolos tanpa keputusan yang tercatat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276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Jarum patah dilaporkan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membawa jarum patah ke troli; PIC memilih tipe penukaran "Patah".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237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Patahan diperiksa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4378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mewajibkan konfirmasi: apakah seluruh patahan jarum ditemukan?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1985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lengkap — lanjut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398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diambil, patahan disimpan di kotak khusus, jarum baru diberikan.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159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 tidak ditemukan — tertahan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360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otomatis berhenti. Notifikasi WhatsApp terkirim ke pimpinan berwenang.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pimpinan tercatat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532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Jarum pengganti hanya keluar setelah di-approve. Seluruh keputusan masuk jejak audit.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1645920"/>
            <a:ext cx="4480560" cy="4343400"/>
          </a:xfrm>
          <a:prstGeom prst="roundRect">
            <a:avLst>
              <a:gd name="adj" fmla="val 2947"/>
            </a:avLst>
          </a:prstGeom>
          <a:solidFill>
            <a:srgbClr val="ECE5DD"/>
          </a:solidFill>
          <a:ln/>
        </p:spPr>
      </p:sp>
      <p:sp>
        <p:nvSpPr>
          <p:cNvPr id="25" name="Shape 23"/>
          <p:cNvSpPr/>
          <p:nvPr/>
        </p:nvSpPr>
        <p:spPr>
          <a:xfrm>
            <a:off x="7178040" y="1645920"/>
            <a:ext cx="4480560" cy="566928"/>
          </a:xfrm>
          <a:prstGeom prst="roundRect">
            <a:avLst>
              <a:gd name="adj" fmla="val 22581"/>
            </a:avLst>
          </a:prstGeom>
          <a:solidFill>
            <a:srgbClr val="1F7A5C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64792"/>
            <a:ext cx="329184" cy="3291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863840" y="16459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— Notifikasi NEXA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452360" y="2450592"/>
            <a:ext cx="38862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680960" y="2606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 Persetujuan — Jarum Patah
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Pabrik: Factory A
Troli: A-01
Operator: EMP00123
Jarum: DBx1 #11 (Patah)
Patahan: TIDAK DITEMUKAN
Waktu: 09.15
</a:t>
            </a:r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Mohon direview dan disetujui.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7680960" y="5029200"/>
            <a:ext cx="3429000" cy="36576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680960" y="5029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HALAMAN PERSETUJUAN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61447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hanya media pemberitahuan — persetujuan dilakukan di halaman aman NEXA dan tercatat di sistem.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NEXA — Aplikasi Troli (Tablet)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Dirancang untuk kecepatan di lini produksi: tombol besar, langkah terpandu, nyaris tanpa mengetik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751259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00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RFID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74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cukup tap kartu ID — nama, bagian, dan lini terisi otomatis.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2528499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penukaran terpandu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demi langkah: jarum lama, alasan tukar, jarum baru.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8211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305739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154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bukti terintegrasi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 tablet langsung melekatkan foto ke transaksi.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4082979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Tetap jalan saat offline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putus? Transaksi tersimpan dan tersinkron otomatis saat pulih.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73659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860219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7091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troli &amp; peringatan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983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per tipe jarum terlihat; status menipis / kritis tampil jelas.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551383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5637459"/>
            <a:ext cx="228234" cy="22823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88720" y="5486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transaksi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188720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dapat melihat kembali seluruh penukaran hari berjalan.</a:t>
            </a:r>
            <a:endParaRPr lang="en-US" sz="1150" dirty="0"/>
          </a:p>
        </p:txBody>
      </p:sp>
      <p:pic>
        <p:nvPicPr>
          <p:cNvPr id="28" name="Image 6" descr="visuals/mobile-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880" y="1691640"/>
            <a:ext cx="5989320" cy="36545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897880" y="54192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utama aplikasi troli — desain layar (mockup)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NEXA — Web Management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Kendali penuh dari kantor: stok, persetujuan, dan analitik dalam satu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751259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analitik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Konsumsi jarum, tren patah/bengkok, top operator, perbandingan antar troli &amp; pabrik.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40487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2528499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stok lengkap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Penerimaan, transfer gudang ke troli, stock opname, dan koreksi ber-approval.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18211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305739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berjenjang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429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Kasus patahan tidak ditemukan diputuskan pimpinan dan tercatat.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95935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4082979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&amp; hak akses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Karyawan, kartu RFID, tipe jarum, troli, dan peran pengguna dikelola terpusat.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73659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860219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siap ekspor</a:t>
            </a:r>
            <a:endParaRPr lang="en-US" sz="1350" dirty="0"/>
          </a:p>
        </p:txBody>
      </p:sp>
      <p:sp>
        <p:nvSpPr>
          <p:cNvPr id="23" name="Text 16"/>
          <p:cNvSpPr txBox="1"/>
          <p:nvPr/>
        </p:nvSpPr>
        <p:spPr>
          <a:xfrm>
            <a:off x="1188720" y="4983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periodik untuk manajemen dan audit buyer, difilter per pabrik / periode.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5513832"/>
            <a:ext cx="475488" cy="475488"/>
          </a:xfrm>
          <a:prstGeom prst="ellipse">
            <a:avLst/>
          </a:prstGeom>
          <a:solidFill>
            <a:srgbClr val="E3F4F3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5637459"/>
            <a:ext cx="228234" cy="22823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88720" y="5486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 menyeluruh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118872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perubahan tercatat: siapa, apa, kapan — tidak ada data yang hilang.</a:t>
            </a:r>
            <a:endParaRPr lang="en-US" sz="1150" dirty="0"/>
          </a:p>
        </p:txBody>
      </p:sp>
      <p:pic>
        <p:nvPicPr>
          <p:cNvPr id="28" name="Image 6" descr="visuals/dashboard-u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1920240"/>
            <a:ext cx="6400800" cy="280035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623560" y="479374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manajemen NEXA — desain layar (mockup)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Perangkat yang Dibutuhkan (Hardware)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 perangkat sederhana — memanfaatkan troli dan kartu ID karyawan yang sudah 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901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049353"/>
            <a:ext cx="272125" cy="2721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90472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Android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58952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tablet per troli, menjalankan aplikasi NEXA. Layar besar, dipasang tetap di troli.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1901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5" y="204935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2664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Reader + Kartu ID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81144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Pembaca kartu di tiap troli; kartu ID karyawan yang ada difungsikan sebagai identitas operator.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47304" y="1645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03336" y="1901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37" y="204935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34856" y="1993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Troli Jarum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troli per pabrik sebagai "gudang berjalan" dengan stok masing-masing.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895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43353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90472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Kotak Penyimpanan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" y="4892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Kompartemen jarum bekas per kategori: patah, bengkok, ganti proses.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1144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545" y="433535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12664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/ Cloud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81144" y="4892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data NEXA: database, penyimpanan foto, dan layanan notifikasi WhatsApp.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47304" y="39319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03336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37" y="433535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34856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Jaringan WiFi Pabrik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03336" y="4892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area produksi; aplikasi tetap berfungsi saat koneksi terputus.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Menggunakan NEXA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peran dengan hak akses masing-masing — semua bekerja di atas data yang sama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2768" y="192024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679" y="2077151"/>
            <a:ext cx="289682" cy="2896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Troli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lini produksi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Melayani penukaran jarum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RFID &amp; foto bukti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Memantau stok trolinya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65576" y="16459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92024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335" y="2077151"/>
            <a:ext cx="289682" cy="28968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48456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Inventory</a:t>
            </a:r>
            <a:endParaRPr lang="en-US" sz="1650" dirty="0"/>
          </a:p>
        </p:txBody>
      </p:sp>
      <p:sp>
        <p:nvSpPr>
          <p:cNvPr id="14" name="Text 10"/>
          <p:cNvSpPr txBox="1"/>
          <p:nvPr/>
        </p:nvSpPr>
        <p:spPr>
          <a:xfrm>
            <a:off x="3648456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gudang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739896" y="3520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 &amp; transfer stok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opname &amp; koreksi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Memantau stok semua troli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28232" y="16459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98080" y="1920240"/>
            <a:ext cx="603504" cy="603504"/>
          </a:xfrm>
          <a:prstGeom prst="ellipse">
            <a:avLst/>
          </a:prstGeom>
          <a:solidFill>
            <a:srgbClr val="2E3A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991" y="2077151"/>
            <a:ext cx="289682" cy="28968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11112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6611112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Kantor / mobile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702552" y="3520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analitik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Menyetujui kasus jarum patah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&amp; ekspor data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390888" y="164592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460736" y="1920240"/>
            <a:ext cx="603504" cy="60350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7647" y="2077151"/>
            <a:ext cx="289682" cy="28968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57376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</a:t>
            </a:r>
            <a:endParaRPr lang="en-US" sz="1650" dirty="0"/>
          </a:p>
        </p:txBody>
      </p:sp>
      <p:sp>
        <p:nvSpPr>
          <p:cNvPr id="26" name="Text 20"/>
          <p:cNvSpPr txBox="1"/>
          <p:nvPr/>
        </p:nvSpPr>
        <p:spPr>
          <a:xfrm>
            <a:off x="9573768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Kantor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9665208" y="352044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&amp; pengguna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Pengaturan perangkat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Jejak audit sistem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dibatasi per peran dan per pabrik — data aman dan sesuai kewenangan.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Keberhasilan yang Diukur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Indikator yang akan dilaporkan ke manajemen selama dan sesudah implementasi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856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transaksi lewat sistem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32095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adopsi digital penuh di troli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856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keberhasilan RFID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2095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identifikasi operator sekali tap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7304" y="16916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18562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62432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transaksi &amp; stok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320954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mutasi tertelusur ke sumbernya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E3F4F3"/>
          </a:solidFill>
          <a:ln w="12700">
            <a:solidFill>
              <a:srgbClr val="0E95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0965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8646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kepatuhan approval patahan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4498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kasus lolos tanpa keputusan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5112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81144" y="40965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48646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bukti hilang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54498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tiap transaksi terdokumentasi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47304" y="3931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3336" y="409651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9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99%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4864608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ketersediaan sistem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403336" y="544982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andal untuk operasional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Bertahap dan terkendali — dimulai dari satu pabrik percontohan sebelum diperluas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929384"/>
            <a:ext cx="475488" cy="47548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Sistem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Pusat data, keamanan akses, dan seluruh master data (pabrik, troli, karyawan, tipe jarum).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2856" y="1929384"/>
            <a:ext cx="475488" cy="47548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2856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193792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Troli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tablet: RFID, alur penukaran, kamera, dan mode offline.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69164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5048" y="1929384"/>
            <a:ext cx="475488" cy="47548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5048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015984" y="1993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Web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560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Stok gudang &amp; troli: penerimaan, transfer, opname, dan buku besar stok.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" y="4078224"/>
            <a:ext cx="475488" cy="47548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42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WhatsApp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persetujuan jarum patah dan notifikasi WhatsApp ke pimpinan.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F5F8FB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4078224"/>
            <a:ext cx="475488" cy="47548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2856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4142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Laporan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4562856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manajemen, analitik konsumsi, dan laporan siap ekspor.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47304" y="384048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5048" y="4078224"/>
            <a:ext cx="475488" cy="475488"/>
          </a:xfrm>
          <a:prstGeom prst="ellipse">
            <a:avLst/>
          </a:prstGeom>
          <a:solidFill>
            <a:srgbClr val="2E3A7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85048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4142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&amp; Rollout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8385048" y="4709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coba di 1 pabrik (3 troli). Setelah stabil, diperluas ke pabrik lain.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Prinsip: mulai kecil, buktikan manfaat, lalu perluas — risiko implementasi tetap terkendali.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Business Case · Parkland World Jepara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 &amp; Langkah Berikutnya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mengubah pengelolaan jarum dari pencatatan manual menjadi sistem yang cepat, tertelusur penuh, dan termonitor real time — memperkuat efisiensi produksi sekaligus kepatuhan terhadap needle policy buyer.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120640" cy="1298448"/>
          </a:xfrm>
          <a:prstGeom prst="roundRect">
            <a:avLst>
              <a:gd name="adj" fmla="val 8451"/>
            </a:avLst>
          </a:prstGeom>
          <a:solidFill>
            <a:srgbClr val="2E3A7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743200"/>
            <a:ext cx="502920" cy="50292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319" y="2873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Persetujuan business case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30449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manajemen atas pengembangan NEXA dan alokasi anggarannya.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2514600"/>
            <a:ext cx="5120640" cy="1298448"/>
          </a:xfrm>
          <a:prstGeom prst="roundRect">
            <a:avLst>
              <a:gd name="adj" fmla="val 8451"/>
            </a:avLst>
          </a:prstGeom>
          <a:solidFill>
            <a:srgbClr val="2E3A7A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743200"/>
            <a:ext cx="502920" cy="50292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2873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715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Penetapan pilot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30449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Memilih 1 pabrik percontohan dengan 3 troli sebagai lokasi uji coba.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120640" cy="1298448"/>
          </a:xfrm>
          <a:prstGeom prst="roundRect">
            <a:avLst>
              <a:gd name="adj" fmla="val 8451"/>
            </a:avLst>
          </a:prstGeom>
          <a:solidFill>
            <a:srgbClr val="2E3A7A"/>
          </a:solidFill>
          <a:ln/>
        </p:spPr>
      </p:sp>
      <p:sp>
        <p:nvSpPr>
          <p:cNvPr id="15" name="Shape 11"/>
          <p:cNvSpPr/>
          <p:nvPr/>
        </p:nvSpPr>
        <p:spPr>
          <a:xfrm>
            <a:off x="1051560" y="4251960"/>
            <a:ext cx="502920" cy="50292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19" y="4382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Pembentukan tim proyek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5537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dari produksi, inventory, dan IT untuk mengawal implementasi.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120640" cy="1298448"/>
          </a:xfrm>
          <a:prstGeom prst="roundRect">
            <a:avLst>
              <a:gd name="adj" fmla="val 8451"/>
            </a:avLst>
          </a:prstGeom>
          <a:solidFill>
            <a:srgbClr val="2E3A7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51960"/>
            <a:ext cx="502920" cy="50292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438271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224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pengembangan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55371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Eksekusi roadmap 6 fase sampai pilot berjalan dan dievaluasi.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NEXA — jarum terkendali, produksi lebih tenang.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Parkland World Jepara · Business Case NEXA · Agustus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2026-08-26T08:44:13Z</dcterms:created>
  <dcterms:modified xsi:type="dcterms:W3CDTF">2026-08-26T08:44:13Z</dcterms:modified>
</cp:coreProperties>
</file>